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PHIXTRA · AMBASSADOR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Meta &amp; WhatsApp Business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7D2E0"/>
                </a:solidFill>
                <a:latin typeface="Calibri"/>
              </a:rPr>
              <a:t>What Every Ambassador &amp; Sales Manager Needs to Know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7D2E0"/>
                </a:solidFill>
                <a:latin typeface="Calibri"/>
              </a:rPr>
              <a:t>Before Closing a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A96A8"/>
                </a:solidFill>
                <a:latin typeface="Calibri"/>
              </a:rPr>
              <a:t>Training Guide · Maps directly to the Requirements Confirmed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This Is Where Deals Stall — Or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●  This is the #1 reason a deal stalls at Requirements Confirmed.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     Not price, not interest — confusion about what "connecting WhatsApp" actually means.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●  It isn't optional paperwork — it's the foundation the AI runs on.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     Every message the AI sends or receives goes through this exact setup. There's no shortcut around it.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●  A confident, plain-English explanation here is what earns trust.</a:t>
            </a:r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     A shop owner who's never heard the word "API" needs to hear this from you in their language, not Meta's.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7900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5803D"/>
                </a:solidFill>
                <a:latin typeface="Calibri"/>
              </a:rPr>
              <a:t>Goal of this training: by the end, you can explain this to any client — clearly, correctly, and without needing to "go check with someone."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It All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03/16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210312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2103120"/>
            <a:ext cx="1965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Client's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6827" y="2103120"/>
            <a:ext cx="320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6867" y="210312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6867" y="2103120"/>
            <a:ext cx="1965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Meta Business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2827" y="2103120"/>
            <a:ext cx="320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2867" y="210312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867" y="2103120"/>
            <a:ext cx="1965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WhatsApp Business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Account (WABA)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8827" y="2103120"/>
            <a:ext cx="320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8867" y="210312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8867" y="2103120"/>
            <a:ext cx="1965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Business Phone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Calibri"/>
              </a:rPr>
              <a:t>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4827" y="2103120"/>
            <a:ext cx="320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4867" y="210312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4867" y="2103120"/>
            <a:ext cx="1965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PhiXtra AI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5803D"/>
                </a:solidFill>
                <a:latin typeface="Calibri"/>
              </a:rPr>
              <a:t>(Cloud API)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77639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20624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We're not building our own version of WhatsApp — we're plugging our AI into WhatsApp's official business system, through Meta.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Meta owns WhatsApp. A business can't just "add AI" to a normal WhatsApp chat — it has to connect through Meta's official Cloud API, which is exactly what these 4 requirements set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REQUIREMENTS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4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04/16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1737360"/>
            <a:ext cx="2514600" cy="3291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20574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1F2937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971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Business-Only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Phone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8862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 number dedicated to the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business, not personal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087" y="1737360"/>
            <a:ext cx="2514600" cy="3291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4087" y="20574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1F2937"/>
                </a:solidFill>
                <a:latin typeface="Calibri"/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2971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Meta Business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38862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The business's official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identity on Meta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14600" cy="3291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0574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1F2937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971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WhatsApp Connected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to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8862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Linked live via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Embedded Signup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1927" y="1737360"/>
            <a:ext cx="2514600" cy="329184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1927" y="205740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0" i="0">
                <a:solidFill>
                  <a:srgbClr val="1F2937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087" y="29718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Product List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087" y="38862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Spreadsheet for the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catalogue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5803D"/>
                </a:solidFill>
                <a:latin typeface="Calibri"/>
              </a:rPr>
              <a:t>These are exactly the 4 boxes you'll check off in Requirements Confirmed in your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REQUIREMENT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Business-Only Phone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D8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phone number dedicated to the business — not the owner's personal WhatsApp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2400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Once connected, all messaging on that number runs through PhiXtra's AI. The owner should not keep using it as their personal WhatsApp day-to-day.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30C18"/>
                </a:solidFill>
                <a:latin typeface="Calibri"/>
              </a:rPr>
              <a:t>Two ways to get one: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Option A — Get a new SIM/number just for the business.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Cleanest option. No history, no confusion, ready to go.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Option B — Use an existing number that isn't currently active on WhatsApp.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Or one they're willing to remove from the regular WhatsApp app first.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Must be able to receive an SMS or voice call for one-time verification.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This is how Meta confirms the number belongs to them during setup.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REQUIREMENT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Meta Business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06/16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D8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free account at business.facebook.com — the business's official identity on Meta (covers Facebook Page, Instagram, and WhatsApp in one place).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2400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WhatsApp Business setup lives inside this account. Without it, there's nowhere for the WhatsApp connection to attach 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30C18"/>
                </a:solidFill>
                <a:latin typeface="Calibri"/>
              </a:rPr>
              <a:t>What the ambassador does: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Confirm the business already has one, or help them create it.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Takes about 5–10 minutes if they don't have one yet.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If they already have a Facebook Page for the business, this is quick.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The Business Account is essentially a wrapper around the existing Page.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Confirm who has admin access before onboarding day.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Sometimes it's not the owner — find out early, not on the day of setup.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REQUIREMENT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WhatsApp Connected to 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07/16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D8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actual technical link — connecting their WhatsApp Business Account and phone number to PhiXtra through Meta's official "Embedded Signup"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2400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This is the step that makes the AI live on their number. Nothing works until this is done — it's the one true "go live" moment.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30C18"/>
                </a:solidFill>
                <a:latin typeface="Calibri"/>
              </a:rPr>
              <a:t>How it works, inside the portal: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1. Client or ambassador clicks "Connect WhatsApp" inside the PhiXtra portal.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2. A secure Meta popup opens — they log into Facebook and confirm their Business Account.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3. They enter the business phone number.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4. Meta sends a verification code by SMS or call.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5. Done — WhatsApp is live on PhiXtra's AI.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Usually 5–10 minutes if steps 1 &amp; 2 are already 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REQUIREMENT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Product List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08/16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D4ED8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spreadsheet of what they sell — product names, prices, categories, and photos if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2400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This is what gets uploaded into their catalogue so the AI can actually answer "do you have X" and "how much is Y" correctly from day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30C18"/>
                </a:solidFill>
                <a:latin typeface="Calibri"/>
              </a:rPr>
              <a:t>Ambassador's job: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Get this from the client before onboarding day, not on it.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This is a PhiXtra requirement, not a Meta one — but it's just as capable of delaying a ready client.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A rough spreadsheet is enough to start.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250">
                <a:solidFill>
                  <a:srgbClr val="6B7280"/>
                </a:solidFill>
                <a:latin typeface="Calibri"/>
              </a:rPr>
              <a:t>     It doesn't need to be perfect — names, prices, and categories are the minimum.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 b="1">
                <a:solidFill>
                  <a:srgbClr val="1F2937"/>
                </a:solidFill>
                <a:latin typeface="Calibri"/>
              </a:rPr>
              <a:t>●  Photos help but aren't required to begin onboarding.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Key Terms,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09/16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9047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PLAIN-ENGLISH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88136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48256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Meta Business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48256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business's official Meta identity — like a company profile that owns everything else.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15768"/>
            <a:ext cx="10881360" cy="795528"/>
          </a:xfrm>
          <a:prstGeom prst="rect">
            <a:avLst/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43784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WhatsApp Business Account (WABA)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43784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WhatsApp "container" that lives inside the Meta Business Account.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11296"/>
            <a:ext cx="1088136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393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Cloud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639312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Meta's official way for outside systems — like PhiXtra's AI — to send and receive WhatsApp messages.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06824"/>
            <a:ext cx="10881360" cy="795528"/>
          </a:xfrm>
          <a:prstGeom prst="rect">
            <a:avLst/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Embedded 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434840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guided popup flow that connects everything above in a few clicks.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02352"/>
            <a:ext cx="1088136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036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Business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230368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An optional, deeper Meta identity check that raises messaging limits — not required to get started.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97880"/>
            <a:ext cx="10881360" cy="795528"/>
          </a:xfrm>
          <a:prstGeom prst="rect">
            <a:avLst/>
          </a:prstGeom>
          <a:solidFill>
            <a:srgbClr val="F8F9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025896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30C18"/>
                </a:solidFill>
                <a:latin typeface="Calibri"/>
              </a:rPr>
              <a:t>Message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6025896"/>
            <a:ext cx="7132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pre-approved message format required for messages sent outside a live conversation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HANDLING PUSHBACK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Common Objections &amp; How to Handle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10/16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1">
                <a:solidFill>
                  <a:srgbClr val="991B1B"/>
                </a:solidFill>
                <a:latin typeface="Calibri"/>
              </a:rPr>
              <a:t>"I don't have a Facebook Page."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→  We can create one together in minutes — it's free.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1">
                <a:solidFill>
                  <a:srgbClr val="991B1B"/>
                </a:solidFill>
                <a:latin typeface="Calibri"/>
              </a:rPr>
              <a:t>"This sounds too technical for me."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→  You don't touch any code. It's a few clicks and we walk through it with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1">
                <a:solidFill>
                  <a:srgbClr val="991B1B"/>
                </a:solidFill>
                <a:latin typeface="Calibri"/>
              </a:rPr>
              <a:t>"Can I still use WhatsApp normally on this number?"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→  Not on this number — that's exactly why we use a dedicated business number.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1">
                <a:solidFill>
                  <a:srgbClr val="991B1B"/>
                </a:solidFill>
                <a:latin typeface="Calibri"/>
              </a:rPr>
              <a:t>"How long does this take?"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→  Usually under 30 minutes start to finish, if the phone number and Facebook access are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1">
                <a:solidFill>
                  <a:srgbClr val="991B1B"/>
                </a:solidFill>
                <a:latin typeface="Calibri"/>
              </a:rPr>
              <a:t>"Is my data safe with Meta?"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937"/>
                </a:solidFill>
                <a:latin typeface="Calibri"/>
              </a:rPr>
              <a:t>→  Meta is the same company behind WhatsApp itself — this is the official, sanctioned way businesses use WhatsApp at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YOUR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Step-by-Step: What You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11/16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44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30C18"/>
                </a:solidFill>
                <a:latin typeface="Calibri"/>
              </a:rPr>
              <a:t>Confirm the business-only phone number is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470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803D"/>
                </a:solidFill>
                <a:latin typeface="Calibri"/>
              </a:rPr>
              <a:t>✓ Check "Business-only phone number confirmed"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" y="1965960"/>
            <a:ext cx="20000" cy="3200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591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30C18"/>
                </a:solidFill>
                <a:latin typeface="Calibri"/>
              </a:rPr>
              <a:t>Confirm — or help create — the Meta Business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614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803D"/>
                </a:solidFill>
                <a:latin typeface="Calibri"/>
              </a:rPr>
              <a:t>✓ Check "Meta Business Account confirmed"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" y="2880360"/>
            <a:ext cx="20000" cy="3200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918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735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30C18"/>
                </a:solidFill>
                <a:latin typeface="Calibri"/>
              </a:rPr>
              <a:t>Run Embedded Signup together inside the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758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803D"/>
                </a:solidFill>
                <a:latin typeface="Calibri"/>
              </a:rPr>
              <a:t>✓ Check "WhatsApp connected to Meta confirmed"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" y="3794760"/>
            <a:ext cx="20000" cy="3200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879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30C18"/>
                </a:solidFill>
                <a:latin typeface="Calibri"/>
              </a:rPr>
              <a:t>Collect the product list spreadsheet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902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803D"/>
                </a:solidFill>
                <a:latin typeface="Calibri"/>
              </a:rPr>
              <a:t>✓ Check "Product list spreadsheet confirmed"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" y="4709160"/>
            <a:ext cx="20000" cy="3200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023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30C18"/>
                </a:solidFill>
                <a:latin typeface="Calibri"/>
              </a:rPr>
              <a:t>All 4 checked → lead moves to Requirements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046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5803D"/>
                </a:solidFill>
                <a:latin typeface="Calibri"/>
              </a:rPr>
              <a:t>✓ Ready for Onboarding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AVOID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12/16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72768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Letting the client keep using their existing personal WhatsApp number for the business once it's connected — confusion follows.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24328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Not asking "who has admin access to the Facebook Page" up front — sometimes it's not the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75888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Waiting until onboarding day to ask for the product list — ask for it the moment the deal is likely.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9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991B1B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727448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Guessing on Meta steps you're not sure about — if unsure, escalate rather than giving the client wrong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Frequently Asked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13/16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Q.  What if the client already uses the WhatsApp Business App (not the API) for their number?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92808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F2937"/>
                </a:solidFill>
                <a:latin typeface="Calibri"/>
              </a:rPr>
              <a:t>A.  They'll need to migrate that number to the Cloud API, or use a different number. Flag this to support before promising a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986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Q.  What if Meta asks for Business Verification documents?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7413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F2937"/>
                </a:solidFill>
                <a:latin typeface="Calibri"/>
              </a:rPr>
              <a:t>A.  Not required for standard use — only needed later for higher messaging limits. Don't let it block onboarding.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79976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0C18"/>
                </a:solidFill>
                <a:latin typeface="Calibri"/>
              </a:rPr>
              <a:t>Q.  Who do I contact if Embedded Signup fails or gets stuck?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5546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F2937"/>
                </a:solidFill>
                <a:latin typeface="Calibri"/>
              </a:rPr>
              <a:t>A.  Pause and escalate to your Sales Manager or support@phixtra.com rather than guessing with the client on the call.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Where to Get Help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515600" cy="1188720"/>
          </a:xfrm>
          <a:prstGeom prst="roundRect">
            <a:avLst>
              <a:gd name="adj" fmla="val 8000"/>
            </a:avLst>
          </a:prstGeom>
          <a:solidFill>
            <a:srgbClr val="111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5803D"/>
                </a:solidFill>
                <a:latin typeface="Calibri"/>
              </a:rPr>
              <a:t>support@phixtra.com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7860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2E0"/>
                </a:solidFill>
                <a:latin typeface="Calibri"/>
              </a:rPr>
              <a:t>For anything Meta/WhatsApp-connection related that you can't resolve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37560"/>
            <a:ext cx="10515600" cy="1188720"/>
          </a:xfrm>
          <a:prstGeom prst="roundRect">
            <a:avLst>
              <a:gd name="adj" fmla="val 8000"/>
            </a:avLst>
          </a:prstGeom>
          <a:solidFill>
            <a:srgbClr val="111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5803D"/>
                </a:solidFill>
                <a:latin typeface="Calibri"/>
              </a:rPr>
              <a:t>Your Sales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9592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2E0"/>
                </a:solidFill>
                <a:latin typeface="Calibri"/>
              </a:rPr>
              <a:t>First point of contact for coaching on a specific deal.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10515600" cy="1188720"/>
          </a:xfrm>
          <a:prstGeom prst="roundRect">
            <a:avLst>
              <a:gd name="adj" fmla="val 8000"/>
            </a:avLst>
          </a:prstGeom>
          <a:solidFill>
            <a:srgbClr val="111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5803D"/>
                </a:solidFill>
                <a:latin typeface="Calibri"/>
              </a:rPr>
              <a:t>This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1324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2E0"/>
                </a:solidFill>
                <a:latin typeface="Calibri"/>
              </a:rPr>
              <a:t>Reference it any time you're unsure — better to pause and check than promise something incorrect.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CA8B8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This Is Waiting For You in Requirements Confirmed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CA8B8"/>
                </a:solidFill>
                <a:latin typeface="Calibri"/>
              </a:rPr>
              <a:t>15/16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8288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548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803D"/>
                </a:solidFill>
                <a:latin typeface="Calibri"/>
              </a:rPr>
              <a:t>Business-only phone number 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78892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548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8892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803D"/>
                </a:solidFill>
                <a:latin typeface="Calibri"/>
              </a:rPr>
              <a:t>Meta Business Account 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74904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40"/>
            <a:ext cx="548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4904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803D"/>
                </a:solidFill>
                <a:latin typeface="Calibri"/>
              </a:rPr>
              <a:t>WhatsApp connected to Meta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7091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709160"/>
            <a:ext cx="548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70916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803D"/>
                </a:solidFill>
                <a:latin typeface="Calibri"/>
              </a:rPr>
              <a:t>Product list spreadsheet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Know these 4 cold — everything else in onboarding follows from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Confidence here = faster closes.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E0"/>
                </a:solidFill>
                <a:latin typeface="Calibri"/>
              </a:rPr>
              <a:t>Know these 4 requirements cold, and you'll never lose a deal to confusion about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E0"/>
                </a:solidFill>
                <a:latin typeface="Calibri"/>
              </a:rPr>
              <a:t>Meta or WhatsApp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6A8"/>
                </a:solidFill>
                <a:latin typeface="Calibri"/>
              </a:rPr>
              <a:t>PhiXtra Ambassador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